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67" r:id="rId4"/>
    <p:sldId id="262" r:id="rId5"/>
    <p:sldId id="264" r:id="rId6"/>
    <p:sldId id="266" r:id="rId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5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5" Type="http://schemas.openxmlformats.org/officeDocument/2006/relationships/slideLayout" Target="../slideLayouts/slideLayout1.xml"/><Relationship Id="rId44" Type="http://schemas.openxmlformats.org/officeDocument/2006/relationships/image" Target="../media/image45.png"/><Relationship Id="rId43" Type="http://schemas.openxmlformats.org/officeDocument/2006/relationships/image" Target="../media/image44.png"/><Relationship Id="rId42" Type="http://schemas.openxmlformats.org/officeDocument/2006/relationships/image" Target="../media/image43.png"/><Relationship Id="rId41" Type="http://schemas.openxmlformats.org/officeDocument/2006/relationships/image" Target="../media/image42.png"/><Relationship Id="rId40" Type="http://schemas.openxmlformats.org/officeDocument/2006/relationships/image" Target="../media/image41.png"/><Relationship Id="rId4" Type="http://schemas.openxmlformats.org/officeDocument/2006/relationships/image" Target="../media/image5.png"/><Relationship Id="rId39" Type="http://schemas.openxmlformats.org/officeDocument/2006/relationships/image" Target="../media/image40.png"/><Relationship Id="rId38" Type="http://schemas.openxmlformats.org/officeDocument/2006/relationships/image" Target="../media/image39.png"/><Relationship Id="rId37" Type="http://schemas.openxmlformats.org/officeDocument/2006/relationships/image" Target="../media/image38.png"/><Relationship Id="rId36" Type="http://schemas.openxmlformats.org/officeDocument/2006/relationships/image" Target="../media/image37.png"/><Relationship Id="rId35" Type="http://schemas.openxmlformats.org/officeDocument/2006/relationships/image" Target="../media/image36.png"/><Relationship Id="rId34" Type="http://schemas.openxmlformats.org/officeDocument/2006/relationships/image" Target="../media/image35.png"/><Relationship Id="rId33" Type="http://schemas.openxmlformats.org/officeDocument/2006/relationships/image" Target="../media/image34.png"/><Relationship Id="rId32" Type="http://schemas.openxmlformats.org/officeDocument/2006/relationships/image" Target="../media/image33.png"/><Relationship Id="rId31" Type="http://schemas.openxmlformats.org/officeDocument/2006/relationships/image" Target="../media/image32.png"/><Relationship Id="rId30" Type="http://schemas.openxmlformats.org/officeDocument/2006/relationships/image" Target="../media/image31.png"/><Relationship Id="rId3" Type="http://schemas.openxmlformats.org/officeDocument/2006/relationships/image" Target="../media/image4.png"/><Relationship Id="rId29" Type="http://schemas.openxmlformats.org/officeDocument/2006/relationships/image" Target="../media/image30.png"/><Relationship Id="rId28" Type="http://schemas.openxmlformats.org/officeDocument/2006/relationships/image" Target="../media/image29.png"/><Relationship Id="rId27" Type="http://schemas.openxmlformats.org/officeDocument/2006/relationships/image" Target="../media/image28.png"/><Relationship Id="rId26" Type="http://schemas.openxmlformats.org/officeDocument/2006/relationships/image" Target="../media/image27.png"/><Relationship Id="rId25" Type="http://schemas.openxmlformats.org/officeDocument/2006/relationships/image" Target="../media/image26.png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22" Type="http://schemas.openxmlformats.org/officeDocument/2006/relationships/image" Target="../media/image23.png"/><Relationship Id="rId21" Type="http://schemas.openxmlformats.org/officeDocument/2006/relationships/image" Target="../media/image22.png"/><Relationship Id="rId20" Type="http://schemas.openxmlformats.org/officeDocument/2006/relationships/image" Target="../media/image21.png"/><Relationship Id="rId2" Type="http://schemas.openxmlformats.org/officeDocument/2006/relationships/image" Target="../media/image3.png"/><Relationship Id="rId19" Type="http://schemas.openxmlformats.org/officeDocument/2006/relationships/image" Target="../media/image20.pn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1" Type="http://schemas.openxmlformats.org/officeDocument/2006/relationships/slideLayout" Target="../slideLayouts/slideLayout1.xml"/><Relationship Id="rId40" Type="http://schemas.openxmlformats.org/officeDocument/2006/relationships/image" Target="../media/image84.png"/><Relationship Id="rId4" Type="http://schemas.openxmlformats.org/officeDocument/2006/relationships/image" Target="../media/image49.png"/><Relationship Id="rId39" Type="http://schemas.openxmlformats.org/officeDocument/2006/relationships/image" Target="../media/image83.png"/><Relationship Id="rId38" Type="http://schemas.openxmlformats.org/officeDocument/2006/relationships/image" Target="../media/image82.png"/><Relationship Id="rId37" Type="http://schemas.openxmlformats.org/officeDocument/2006/relationships/image" Target="../media/image81.png"/><Relationship Id="rId36" Type="http://schemas.openxmlformats.org/officeDocument/2006/relationships/image" Target="../media/image38.png"/><Relationship Id="rId35" Type="http://schemas.openxmlformats.org/officeDocument/2006/relationships/image" Target="../media/image80.png"/><Relationship Id="rId34" Type="http://schemas.openxmlformats.org/officeDocument/2006/relationships/image" Target="../media/image79.png"/><Relationship Id="rId33" Type="http://schemas.openxmlformats.org/officeDocument/2006/relationships/image" Target="../media/image78.png"/><Relationship Id="rId32" Type="http://schemas.openxmlformats.org/officeDocument/2006/relationships/image" Target="../media/image77.png"/><Relationship Id="rId31" Type="http://schemas.openxmlformats.org/officeDocument/2006/relationships/image" Target="../media/image76.png"/><Relationship Id="rId30" Type="http://schemas.openxmlformats.org/officeDocument/2006/relationships/image" Target="../media/image75.png"/><Relationship Id="rId3" Type="http://schemas.openxmlformats.org/officeDocument/2006/relationships/image" Target="../media/image48.png"/><Relationship Id="rId29" Type="http://schemas.openxmlformats.org/officeDocument/2006/relationships/image" Target="../media/image74.png"/><Relationship Id="rId28" Type="http://schemas.openxmlformats.org/officeDocument/2006/relationships/image" Target="../media/image73.png"/><Relationship Id="rId27" Type="http://schemas.openxmlformats.org/officeDocument/2006/relationships/image" Target="../media/image72.png"/><Relationship Id="rId26" Type="http://schemas.openxmlformats.org/officeDocument/2006/relationships/image" Target="../media/image71.png"/><Relationship Id="rId25" Type="http://schemas.openxmlformats.org/officeDocument/2006/relationships/image" Target="../media/image70.png"/><Relationship Id="rId24" Type="http://schemas.openxmlformats.org/officeDocument/2006/relationships/image" Target="../media/image69.png"/><Relationship Id="rId23" Type="http://schemas.openxmlformats.org/officeDocument/2006/relationships/image" Target="../media/image68.png"/><Relationship Id="rId22" Type="http://schemas.openxmlformats.org/officeDocument/2006/relationships/image" Target="../media/image67.png"/><Relationship Id="rId21" Type="http://schemas.openxmlformats.org/officeDocument/2006/relationships/image" Target="../media/image66.png"/><Relationship Id="rId20" Type="http://schemas.openxmlformats.org/officeDocument/2006/relationships/image" Target="../media/image65.png"/><Relationship Id="rId2" Type="http://schemas.openxmlformats.org/officeDocument/2006/relationships/image" Target="../media/image47.png"/><Relationship Id="rId19" Type="http://schemas.openxmlformats.org/officeDocument/2006/relationships/image" Target="../media/image64.png"/><Relationship Id="rId18" Type="http://schemas.openxmlformats.org/officeDocument/2006/relationships/image" Target="../media/image63.png"/><Relationship Id="rId17" Type="http://schemas.openxmlformats.org/officeDocument/2006/relationships/image" Target="../media/image62.png"/><Relationship Id="rId16" Type="http://schemas.openxmlformats.org/officeDocument/2006/relationships/image" Target="../media/image61.png"/><Relationship Id="rId15" Type="http://schemas.openxmlformats.org/officeDocument/2006/relationships/image" Target="../media/image60.png"/><Relationship Id="rId14" Type="http://schemas.openxmlformats.org/officeDocument/2006/relationships/image" Target="../media/image59.png"/><Relationship Id="rId13" Type="http://schemas.openxmlformats.org/officeDocument/2006/relationships/image" Target="../media/image58.png"/><Relationship Id="rId12" Type="http://schemas.openxmlformats.org/officeDocument/2006/relationships/image" Target="../media/image57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png"/><Relationship Id="rId8" Type="http://schemas.openxmlformats.org/officeDocument/2006/relationships/image" Target="../media/image92.png"/><Relationship Id="rId7" Type="http://schemas.openxmlformats.org/officeDocument/2006/relationships/image" Target="../media/image91.png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9" Type="http://schemas.openxmlformats.org/officeDocument/2006/relationships/slideLayout" Target="../slideLayouts/slideLayout1.xml"/><Relationship Id="rId38" Type="http://schemas.openxmlformats.org/officeDocument/2006/relationships/image" Target="../media/image122.png"/><Relationship Id="rId37" Type="http://schemas.openxmlformats.org/officeDocument/2006/relationships/image" Target="../media/image121.png"/><Relationship Id="rId36" Type="http://schemas.openxmlformats.org/officeDocument/2006/relationships/image" Target="../media/image120.png"/><Relationship Id="rId35" Type="http://schemas.openxmlformats.org/officeDocument/2006/relationships/image" Target="../media/image119.png"/><Relationship Id="rId34" Type="http://schemas.openxmlformats.org/officeDocument/2006/relationships/image" Target="../media/image118.png"/><Relationship Id="rId33" Type="http://schemas.openxmlformats.org/officeDocument/2006/relationships/image" Target="../media/image117.png"/><Relationship Id="rId32" Type="http://schemas.openxmlformats.org/officeDocument/2006/relationships/image" Target="../media/image116.png"/><Relationship Id="rId31" Type="http://schemas.openxmlformats.org/officeDocument/2006/relationships/image" Target="../media/image115.png"/><Relationship Id="rId30" Type="http://schemas.openxmlformats.org/officeDocument/2006/relationships/image" Target="../media/image114.png"/><Relationship Id="rId3" Type="http://schemas.openxmlformats.org/officeDocument/2006/relationships/image" Target="../media/image87.png"/><Relationship Id="rId29" Type="http://schemas.openxmlformats.org/officeDocument/2006/relationships/image" Target="../media/image113.png"/><Relationship Id="rId28" Type="http://schemas.openxmlformats.org/officeDocument/2006/relationships/image" Target="../media/image112.png"/><Relationship Id="rId27" Type="http://schemas.openxmlformats.org/officeDocument/2006/relationships/image" Target="../media/image111.png"/><Relationship Id="rId26" Type="http://schemas.openxmlformats.org/officeDocument/2006/relationships/image" Target="../media/image110.png"/><Relationship Id="rId25" Type="http://schemas.openxmlformats.org/officeDocument/2006/relationships/image" Target="../media/image109.png"/><Relationship Id="rId24" Type="http://schemas.openxmlformats.org/officeDocument/2006/relationships/image" Target="../media/image108.png"/><Relationship Id="rId23" Type="http://schemas.openxmlformats.org/officeDocument/2006/relationships/image" Target="../media/image107.png"/><Relationship Id="rId22" Type="http://schemas.openxmlformats.org/officeDocument/2006/relationships/image" Target="../media/image106.png"/><Relationship Id="rId21" Type="http://schemas.openxmlformats.org/officeDocument/2006/relationships/image" Target="../media/image105.png"/><Relationship Id="rId20" Type="http://schemas.openxmlformats.org/officeDocument/2006/relationships/image" Target="../media/image104.png"/><Relationship Id="rId2" Type="http://schemas.openxmlformats.org/officeDocument/2006/relationships/image" Target="../media/image86.png"/><Relationship Id="rId19" Type="http://schemas.openxmlformats.org/officeDocument/2006/relationships/image" Target="../media/image103.png"/><Relationship Id="rId18" Type="http://schemas.openxmlformats.org/officeDocument/2006/relationships/image" Target="../media/image102.png"/><Relationship Id="rId17" Type="http://schemas.openxmlformats.org/officeDocument/2006/relationships/image" Target="../media/image101.png"/><Relationship Id="rId16" Type="http://schemas.openxmlformats.org/officeDocument/2006/relationships/image" Target="../media/image100.png"/><Relationship Id="rId15" Type="http://schemas.openxmlformats.org/officeDocument/2006/relationships/image" Target="../media/image99.png"/><Relationship Id="rId14" Type="http://schemas.openxmlformats.org/officeDocument/2006/relationships/image" Target="../media/image98.png"/><Relationship Id="rId13" Type="http://schemas.openxmlformats.org/officeDocument/2006/relationships/image" Target="../media/image97.png"/><Relationship Id="rId12" Type="http://schemas.openxmlformats.org/officeDocument/2006/relationships/image" Target="../media/image96.png"/><Relationship Id="rId11" Type="http://schemas.openxmlformats.org/officeDocument/2006/relationships/image" Target="../media/image95.png"/><Relationship Id="rId10" Type="http://schemas.openxmlformats.org/officeDocument/2006/relationships/image" Target="../media/image94.png"/><Relationship Id="rId1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9" name="标题 307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/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zh-CN" altLang="en-US" sz="4400" kern="1200" baseline="0" dirty="0">
                <a:latin typeface="+mj-lt"/>
                <a:ea typeface="+mj-ea"/>
                <a:cs typeface="+mj-cs"/>
              </a:rPr>
              <a:t>界面图标</a:t>
            </a:r>
            <a:endParaRPr lang="zh-CN" altLang="en-US" sz="4400" kern="1200" baseline="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3" name="图片 409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0" y="166688"/>
            <a:ext cx="5448300" cy="652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122" name="表格 5121"/>
          <p:cNvGraphicFramePr/>
          <p:nvPr/>
        </p:nvGraphicFramePr>
        <p:xfrm>
          <a:off x="250825" y="333375"/>
          <a:ext cx="8569325" cy="6259513"/>
        </p:xfrm>
        <a:graphic>
          <a:graphicData uri="http://schemas.openxmlformats.org/drawingml/2006/table">
            <a:tbl>
              <a:tblPr/>
              <a:tblGrid>
                <a:gridCol w="1069975"/>
                <a:gridCol w="1069975"/>
                <a:gridCol w="1069975"/>
                <a:gridCol w="1069975"/>
                <a:gridCol w="1073150"/>
                <a:gridCol w="1073150"/>
                <a:gridCol w="1071563"/>
                <a:gridCol w="1071562"/>
              </a:tblGrid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序号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名称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原图标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新图标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序号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名称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原图标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新图标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5667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/>
                        <a:t>运行</a:t>
                      </a:r>
                      <a:endParaRPr lang="zh-CN" altLang="en-US" sz="1400" dirty="0"/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运行状态2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9912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/>
                        <a:t>信息</a:t>
                      </a:r>
                      <a:endParaRPr lang="zh-CN" altLang="en-US" sz="1400" dirty="0"/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12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运行状态3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873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报警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13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运行状态4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0387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设置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14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电源异常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51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返回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15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16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确定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17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取消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18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进下级菜单箭头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阻塞驱动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-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闪光符号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滚动条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运行状态1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选择1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207" name="图片 54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175" y="2781300"/>
            <a:ext cx="228600" cy="2365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08" name="图片 54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13" y="6165850"/>
            <a:ext cx="198437" cy="2206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09" name="图片 54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175" y="3933825"/>
            <a:ext cx="180975" cy="190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10" name="图片 54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175" y="4508500"/>
            <a:ext cx="190500" cy="184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11" name="图片 540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175" y="5157788"/>
            <a:ext cx="114300" cy="1444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12" name="图片 54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9925" y="5229225"/>
            <a:ext cx="228600" cy="715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13" name="图片 54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4175" y="6237288"/>
            <a:ext cx="190500" cy="15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14" name="图片 54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4175" y="1052513"/>
            <a:ext cx="190500" cy="190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15" name="图片 54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8900" y="6165850"/>
            <a:ext cx="234950" cy="212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16" name="图片 54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4175" y="2205038"/>
            <a:ext cx="288925" cy="266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17" name="图片 54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4175" y="1628775"/>
            <a:ext cx="228600" cy="266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18" name="图片 54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43213" y="981075"/>
            <a:ext cx="427037" cy="419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19" name="图片 54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87675" y="1557338"/>
            <a:ext cx="457200" cy="427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20" name="图片 54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43213" y="2133600"/>
            <a:ext cx="427037" cy="425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21" name="图片 54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7675" y="3213100"/>
            <a:ext cx="236538" cy="427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22" name="图片 54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3213" y="2636838"/>
            <a:ext cx="571500" cy="519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23" name="图片 54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11413" y="1125538"/>
            <a:ext cx="373062" cy="350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24" name="图片 54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82850" y="1701800"/>
            <a:ext cx="236538" cy="296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25" name="图片 542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82850" y="2205038"/>
            <a:ext cx="3429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26" name="图片 542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82850" y="2781300"/>
            <a:ext cx="37465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27" name="图片 542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00338" y="3286125"/>
            <a:ext cx="182562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28" name="图片 542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92950" y="1628775"/>
            <a:ext cx="182563" cy="2206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29" name="图片 542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82850" y="5589588"/>
            <a:ext cx="374650" cy="350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30" name="图片 1" descr="返回-14(1)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03675" y="3284538"/>
            <a:ext cx="366713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31" name="图片 3" descr="报警1-5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67175" y="2203450"/>
            <a:ext cx="366713" cy="3667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32" name="图片 6" descr="首页_填充-103(1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79875" y="1014413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33" name="图片 7" descr="首页-17(1)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92500" y="1012825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34" name="图片 8" descr="报警-44(1)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92500" y="2174875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35" name="图片 9" descr="设置-1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92500" y="2719388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36" name="图片 10" descr="设置_填充-10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22725" y="2733675"/>
            <a:ext cx="366713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37" name="图片 11" descr="声音-1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563938" y="1630363"/>
            <a:ext cx="365125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38" name="图片 12" descr="声音_填充-129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48125" y="1628775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39" name="图片 13" descr="确定-1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956550" y="3846513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40" name="图片 14" descr="取消-2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956550" y="4418013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41" name="图片 15" descr="下拉列表-55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956550" y="5589588"/>
            <a:ext cx="365125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42" name="图片 16" descr="打开-23(1)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956550" y="5013325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43" name="图片 18" descr="单选框-5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951788" y="6165850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44" name="图片 1" descr="返回-2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452813" y="3263900"/>
            <a:ext cx="366712" cy="3667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45" name="图片 2" descr="总耗电量 (1)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956550" y="2719388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46" name="图片 3" descr="运行状态1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565525" y="6135688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47" name="图片 4" descr="运行状态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864475" y="94297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48" name="图片 5" descr="运行状态3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883525" y="1557338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49" name="图片 6" descr="运行状态4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864475" y="217487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50" name="图片 7" descr="闪光符号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622675" y="5518150"/>
            <a:ext cx="4572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6" name="表格 6145"/>
          <p:cNvGraphicFramePr/>
          <p:nvPr/>
        </p:nvGraphicFramePr>
        <p:xfrm>
          <a:off x="250825" y="333375"/>
          <a:ext cx="8569325" cy="6246813"/>
        </p:xfrm>
        <a:graphic>
          <a:graphicData uri="http://schemas.openxmlformats.org/drawingml/2006/table">
            <a:tbl>
              <a:tblPr/>
              <a:tblGrid>
                <a:gridCol w="1069975"/>
                <a:gridCol w="1069975"/>
                <a:gridCol w="1069975"/>
                <a:gridCol w="1069975"/>
                <a:gridCol w="1073150"/>
                <a:gridCol w="1073150"/>
                <a:gridCol w="1071563"/>
                <a:gridCol w="1071562"/>
              </a:tblGrid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序号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名称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原图标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新图标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序号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名称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原图标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新图标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5667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21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取消选择1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31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总线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9912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22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选择2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32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自动排气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67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23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框1(左上)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33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手动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24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框2(右上)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34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脉冲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6737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25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框3(左下)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35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模拟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26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框4(右下)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36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批次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27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37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计时器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67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28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慢速模式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38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运行中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29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流量控制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39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待机/备用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30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系统锁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40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停机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231" name="图片 64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0" y="1125538"/>
            <a:ext cx="136525" cy="1222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32" name="图片 64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0" y="1701800"/>
            <a:ext cx="152400" cy="158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33" name="图片 64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925" y="1701800"/>
            <a:ext cx="152400" cy="15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34" name="图片 64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2852738"/>
            <a:ext cx="144463" cy="106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35" name="图片 64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000" y="2276475"/>
            <a:ext cx="114300" cy="107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36" name="图片 64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0" y="3429000"/>
            <a:ext cx="122238" cy="114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37" name="图片 64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3000" y="3933825"/>
            <a:ext cx="212725" cy="15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38" name="图片 64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0" y="2205038"/>
            <a:ext cx="403225" cy="350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39" name="图片 64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1413" y="5013325"/>
            <a:ext cx="4572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0" name="图片 64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2850" y="5589588"/>
            <a:ext cx="37465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1" name="图片 64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11413" y="6165850"/>
            <a:ext cx="334962" cy="3508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2" name="图片 64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2588" y="1052513"/>
            <a:ext cx="381000" cy="266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3" name="图片 64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2588" y="1628775"/>
            <a:ext cx="3810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4" name="图片 64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32588" y="2133600"/>
            <a:ext cx="388937" cy="387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5" name="图片 64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2588" y="2781300"/>
            <a:ext cx="373062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6" name="图片 644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2588" y="3357563"/>
            <a:ext cx="3810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7" name="图片 644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2588" y="3933825"/>
            <a:ext cx="350837" cy="273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8" name="图片 644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2588" y="4437063"/>
            <a:ext cx="350837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49" name="图片 644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04025" y="5013325"/>
            <a:ext cx="258763" cy="2746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0" name="图片 644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4025" y="5589588"/>
            <a:ext cx="236538" cy="2968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1" name="图片 644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4025" y="6165850"/>
            <a:ext cx="236538" cy="2365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2" name="图片 5" descr="运行-4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83525" y="5029200"/>
            <a:ext cx="366713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3" name="图片 6" descr="停止-9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83525" y="6037263"/>
            <a:ext cx="366713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4" name="图片 8" descr="操作记录-2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83525" y="4437063"/>
            <a:ext cx="366713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5" name="图片 10" descr="水浸-1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85113" y="1616075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6" name="图片 11" descr="设备统计-3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83525" y="3254375"/>
            <a:ext cx="366713" cy="3667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7" name="图片 12" descr="启用-10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83525" y="5532438"/>
            <a:ext cx="366713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8" name="图片 1" descr="慢速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35375" y="49403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59" name="图片 2" descr="流量控制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35375" y="5532438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60" name="图片 3" descr="系统锁屏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635375" y="612457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61" name="图片 4" descr="手动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83525" y="2068513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62" name="图片 5" descr="脉冲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83525" y="266065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63" name="图片 6" descr="批次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83525" y="378142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64" name="图片 7" descr="总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64475" y="90805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65" name="图片 17" descr="单选项未选中-5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563938" y="1000125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66" name="图片 17" descr="单选项未选中-5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092575" y="1606550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67" name="图片 18" descr="单选框-5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63938" y="1606550"/>
            <a:ext cx="365125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68" name="图片 11" descr="边框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563938" y="209867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69" name="图片 12" descr="边框 (1)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635375" y="265112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70" name="图片 13" descr="边框 (2)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708400" y="374967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71" name="图片 14" descr="边框 (3)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563938" y="3243263"/>
            <a:ext cx="4572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170" name="表格 7169"/>
          <p:cNvGraphicFramePr/>
          <p:nvPr/>
        </p:nvGraphicFramePr>
        <p:xfrm>
          <a:off x="250825" y="333375"/>
          <a:ext cx="8569325" cy="6246813"/>
        </p:xfrm>
        <a:graphic>
          <a:graphicData uri="http://schemas.openxmlformats.org/drawingml/2006/table">
            <a:tbl>
              <a:tblPr/>
              <a:tblGrid>
                <a:gridCol w="1069975"/>
                <a:gridCol w="1069975"/>
                <a:gridCol w="1069975"/>
                <a:gridCol w="1069975"/>
                <a:gridCol w="1073150"/>
                <a:gridCol w="1073150"/>
                <a:gridCol w="1071563"/>
                <a:gridCol w="1071562"/>
              </a:tblGrid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序号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名称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原图标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新图标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序号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名称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原图标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新图标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5667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41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排气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51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空桶讯号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9912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42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隔膜位置"外"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52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低液位讯号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67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43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隔膜位置"内"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53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电线短路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44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流量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54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CIU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6737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45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剩余批量容积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55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维修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46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输入电流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56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隔膜泄露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47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直至下一次计量过程所耗的时间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57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过热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67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48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总计投加容积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58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过载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49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实际背压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59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排出阀泄漏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683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50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外部停机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60</a:t>
                      </a: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255" name="图片 74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850" y="1052513"/>
            <a:ext cx="304800" cy="2968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56" name="图片 74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850" y="1557338"/>
            <a:ext cx="274638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57" name="图片 74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850" y="2133600"/>
            <a:ext cx="3429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58" name="图片 74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850" y="2781300"/>
            <a:ext cx="381000" cy="327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59" name="图片 74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2850" y="3286125"/>
            <a:ext cx="366713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60" name="图片 74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850" y="3860800"/>
            <a:ext cx="419100" cy="312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61" name="图片 74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2850" y="4437063"/>
            <a:ext cx="3429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62" name="图片 74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2850" y="5013325"/>
            <a:ext cx="3429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63" name="图片 746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2850" y="5518150"/>
            <a:ext cx="3429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64" name="图片 74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2850" y="6165850"/>
            <a:ext cx="342900" cy="2746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65" name="图片 74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4025" y="1052513"/>
            <a:ext cx="312738" cy="2587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66" name="图片 746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4025" y="1557338"/>
            <a:ext cx="3429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67" name="图片 746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2588" y="2133600"/>
            <a:ext cx="419100" cy="373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68" name="图片 746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32588" y="2781300"/>
            <a:ext cx="342900" cy="258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69" name="图片 746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2588" y="3286125"/>
            <a:ext cx="373062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70" name="图片 746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2588" y="3860800"/>
            <a:ext cx="350837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71" name="图片 746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2588" y="4437063"/>
            <a:ext cx="288925" cy="3349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72" name="图片 747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2588" y="5013325"/>
            <a:ext cx="4191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73" name="图片 747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32588" y="5589588"/>
            <a:ext cx="350837" cy="350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74" name="图片 1" descr="生活水泵房-6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35375" y="1052513"/>
            <a:ext cx="366713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75" name="图片 6" descr="低液位信号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83525" y="1557338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76" name="图片 7" descr="空桶信号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83525" y="90805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77" name="图片 9" descr="短路 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83525" y="21336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78" name="图片 10" descr="维修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83525" y="3284538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79" name="图片 11" descr="温度过热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83525" y="4437063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80" name="图片 12" descr="异常过载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83525" y="501332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81" name="图片 13" descr="泄漏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83525" y="548322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83" name="图片 1" descr="剩余批量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35375" y="32131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84" name="图片 2" descr="输入电流 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35375" y="3789363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85" name="图片 3" descr="消耗时间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635375" y="436245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86" name="图片 4" descr="常规容积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635375" y="49403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87" name="图片 5" descr="压力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635375" y="5589588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88" name="图片 6" descr="流量计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635375" y="2636838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89" name="图片 7" descr="CIU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83525" y="2649538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90" name="图片 8" descr="隔膜泵内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635375" y="21336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91" name="图片 9" descr="隔膜泵外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63938" y="14859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92" name="图片 10" descr="停机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635375" y="6088063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 descr="隔膜泄露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668260" y="3808095"/>
            <a:ext cx="6096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WPS 演示</Application>
  <PresentationFormat/>
  <Paragraphs>278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hyk1</dc:creator>
  <cp:lastModifiedBy>强</cp:lastModifiedBy>
  <cp:revision>7</cp:revision>
  <dcterms:created xsi:type="dcterms:W3CDTF">2024-07-03T08:35:13Z</dcterms:created>
  <dcterms:modified xsi:type="dcterms:W3CDTF">2026-03-16T07:49:35Z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0F94018D261848B0BE5184D46B8A6F07_13</vt:lpwstr>
  </property>
</Properties>
</file>